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756" r:id="rId2"/>
    <p:sldId id="757" r:id="rId3"/>
    <p:sldId id="758" r:id="rId4"/>
    <p:sldId id="7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miranda" initials="R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66"/>
    <p:restoredTop sz="50000" autoAdjust="0"/>
  </p:normalViewPr>
  <p:slideViewPr>
    <p:cSldViewPr snapToGrid="0" snapToObjects="1">
      <p:cViewPr varScale="1">
        <p:scale>
          <a:sx n="128" d="100"/>
          <a:sy n="128" d="100"/>
        </p:scale>
        <p:origin x="23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711469F7-3ECD-DE49-89B2-3031476DB5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D2B29C0-9E13-0C43-9816-DA7C91FDA8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72287-BA15-FF4A-9B4E-CAA30BF791C0}" type="datetimeFigureOut">
              <a:rPr lang="pt-PT" smtClean="0"/>
              <a:t>09/10/21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AE994DD-68E0-8744-9944-056A56F046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BB2A245-C989-EE42-BB71-0BE42455E8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FFAC5-B1BC-6C42-B5FD-40515D4F48A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7355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16:14:43.099"/>
    </inkml:context>
    <inkml:brush xml:id="br0">
      <inkml:brushProperty name="width" value="0.1" units="cm"/>
      <inkml:brushProperty name="height" value="0.1" units="cm"/>
      <inkml:brushProperty name="color" value="#EDEDEE"/>
    </inkml:brush>
  </inkml:definitions>
  <inkml:trace contextRef="#ctx0" brushRef="#br0">187 114 24575,'-6'-47'0,"1"28"0,-5-15 0,-8 34 0,4 0 0,-7 0 0,5 0 0,5 3 0,0 1 0,0 0 0,2 2 0,-2-2 0,4 3 0,0 0 0,0 0 0,3 0 0,-3 0 0,6 1 0,-5-1 0,5 0 0,-2 0 0,3 0 0,0 0 0,0 0 0,0 0 0,0 0 0,0 0 0,0 0 0,3-3 0,1-1 0,3-3 0,0 0 0,0 0 0,0 0 0,0 0 0,0 0 0,0 0 0,0 0 0,0 0 0,0 0 0,0 0 0,0 0 0,0 0 0,0 0 0,0 3 0,0-2 0,0 2 0,4-3 0,1 4 0,0-4 0,3 4 0,-3-4 0,0 0 0,2 0 0,-6 0 0,3 0 0,-4 0 0,1 0 0,-1 0 0,0 0 0,0 0 0,-1 0 0,-2-3 0,-1-1 0,-3-2 0,0-1 0,0 0 0,0 0 0,0 0 0,0 0 0,-3 0 0,-1 0 0,-3 1 0,1 2 0,2-2 0,-2 5 0,2-2 0,-3 3 0,0 0 0,0 0 0,1 0 0,-2 0 0,1 3 0,3 1 0,-2 3 0,2 0 0,0 0 0,-9 17 0,7-13 0,-4 12 0,6-16 0,4 4 0,0-3 0,0 3 0,0-4 0,0 0 0,0 0 0,0 0 0,0-1 0,0 1 0,3 0 0,-2-1 0,5-2 0,-5 2 0,5-5 0,-5 5 0,5-5 0,-2 5 0,3-5 0,-1 5 0,2-5 0,-2 5 0,2-5 0,-1 5 0,0-5 0,0 2 0,0 0 0,0-2 0,0 2 0,0-3 0,-3-3 0,2 2 0,-6-5 0,4 2 0,-1-3 0,-2 0 0,2-1 0,0 1 0,-2 0 0,2 0 0,-3 0 0,0 0 0,0-1 0,0 1 0,0 0 0,0 0 0,0 0 0,0-1 0,0 1 0,0 0 0,0 0 0,0 0 0,0 0 0,-3 0 0,2 0 0,-5 0 0,5 0 0,-6-1 0,3 5 0,0-4 0,-2 6 0,2-5 0,-3 5 0,0-2 0,0 3 0,0 0 0,0 0 0,0 0 0,0 0 0,0 0 0,1 0 0,-2 0 0,2 0 0,-2 0 0,1 0 0,0 0 0,0 0 0,0 0 0,0 0 0,0 0 0,0 0 0,0 0 0,0 0 0,0 0 0,0 0 0,0 0 0,0 0 0,0 0 0,0 3 0,4 1 0,-4 3 0,6 0 0,-2 0 0,3 0 0,0 0 0,0 0 0,0-6 0,4-6 0,0-3 0,4-7 0,-1 3 0,1 1 0,-1-1 0,0 5 0,0 0 0,-3 0 0,3 0 0,-4-1 0,5 1 0,-4 0 0,2 0 0,-2-1 0,3 1 0,-3 0 0,2 0 0,-2 3 0,0-3 0,2 7 0,-3-4 0,4 4 0,-1 0 0,1 0 0,-1 0 0,1 0 0,-3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09T16:14:47.587"/>
    </inkml:context>
    <inkml:brush xml:id="br0">
      <inkml:brushProperty name="width" value="0.1" units="cm"/>
      <inkml:brushProperty name="height" value="0.1" units="cm"/>
      <inkml:brushProperty name="color" value="#EDEDEE"/>
    </inkml:brush>
  </inkml:definitions>
  <inkml:trace contextRef="#ctx0" brushRef="#br0">158 200 24575,'10'0'0,"3"0"0,-5 0 0,2 0 0,-6-3 0,2-1 0,-5-7 0,5 3 0,-5-3 0,2 0 0,-3 3 0,0-3 0,0 3 0,0 1 0,0 0 0,0 0 0,0-1 0,0-3 0,0 3 0,0-3 0,0 4 0,0 0 0,0 0 0,-3 3 0,-1 1 0,-6 3 0,1 0 0,-2 0 0,0 0 0,3 0 0,-7 0 0,3 0 0,0 0 0,1 3 0,0 1 0,3 0 0,-3 3 0,3-3 0,1 3 0,0-3 0,0 2 0,3-2 0,-3 3 0,7 0 0,-7 1 0,6 2 0,-2-1 0,3 2 0,0-1 0,0-1 0,0 5 0,0-6 0,0 3 0,0-4 0,0 1 0,0-1 0,0 0 0,0 0 0,0 0 0,0 0 0,3-3 0,1 2 0,3-5 0,1 2 0,-1-3 0,0 0 0,0 0 0,0 0 0,0 0 0,0 0 0,0 0 0,0 0 0,0 0 0,0 0 0,0 0 0,4 0 0,-3 0 0,2 0 0,-3 0 0,0 0 0,0 0 0,0 0 0,0 0 0,0 0 0,-3-3 0,2-1 0,-5-3 0,5 0 0,-5-4 0,5 2 0,-5-2 0,2 0 0,-3 3 0,0-3 0,0 4 0,0 0 0,0 0 0,0-1 0,0 1 0,0 0 0,0 0 0,0 0 0,-3 0 0,-1 3 0,-3 1 0,0 3 0,0 0 0,-1 0 0,1 0 0,0 0 0,0 0 0,-1 0 0,1 0 0,0 0 0,0 0 0,0 0 0,-1 0 0,1 0 0,0 0 0,0 0 0,0 0 0,0 0 0,2 3 0,-1 1 0,5 4 0,-5-1 0,5 0 0,-5 3 0,5-2 0,-2 2 0,3-3 0,0 0 0,0 4 0,0-3 0,0 2 0,0 1 0,0-3 0,0 3 0,0-4 0,3 0 0,1-3 0,2-1 0,1-3 0,0 0 0,0 0 0,0 0 0,0 0 0,0 0 0,0-3 0,0-1 0,0-3 0,0 0 0,0-1 0,-3 1 0,3 0 0,-7 0 0,7 0 0,-7-1 0,3 1 0,-3 0 0,3 0 0,-2 0 0,2 0 0,-3 0 0,0 0 0,0 1 0,0-1 0,0 0 0,0 0 0,-3 4 0,3-3 0,-6 5 0,5-6 0,-5 6 0,2-2 0,0 0 0,-2 2 0,2-5 0,-3 5 0,0-2 0,0 3 0,0-3 0,-1 2 0,1-2 0,0 3 0,0 0 0,-1 0 0,1 0 0,0 0 0,0 0 0,0 0 0,-1 0 0,1 0 0,0 0 0,0 0 0,0 0 0,0 0 0,0 0 0,3-3 0,1-1 0,3-3 0,0 1 0,0-2 0,0 1 0,3 0 0,1 0 0,3 0 0,4 3 0,-3 0 0,3 4 0,-4 0 0,0 0 0,1 0 0,-1 0 0,0 0 0,0 4 0,-3 0 0,2 3 0,-5 0 0,5 0 0,-5 0 0,5-3 0,-5 2 0,6-5 0,-4 5 0,4-5 0,0 2 0,-4-3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E51A4-6D29-7B4D-885D-8D6E492894CB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9F020-44E7-C14B-9111-245FB9063D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0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7BF169-A7A8-4D17-8E3B-DD03217188A9}" type="slidenum"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02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7BF169-A7A8-4D17-8E3B-DD03217188A9}" type="slidenum"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25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7BF169-A7A8-4D17-8E3B-DD03217188A9}" type="slidenum"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81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1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18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19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6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5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8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6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02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45C93-8166-5149-A200-71A7B70EC89F}" type="datetimeFigureOut">
              <a:rPr lang="en-US" smtClean="0"/>
              <a:pPr/>
              <a:t>10/9/21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5D58B-AD4B-9E44-B296-DE33193330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8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B500985-5249-D849-BD29-1F73D7579783}"/>
              </a:ext>
            </a:extLst>
          </p:cNvPr>
          <p:cNvSpPr/>
          <p:nvPr/>
        </p:nvSpPr>
        <p:spPr>
          <a:xfrm>
            <a:off x="144015" y="299254"/>
            <a:ext cx="9006651" cy="664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170" marR="60325" lvl="0" indent="0" algn="l" defTabSz="914400" rtl="0" eaLnBrk="1" fontAlgn="base" latinLnBrk="0" hangingPunct="1">
              <a:lnSpc>
                <a:spcPct val="101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PGI Idea Form (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dei.io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  <a:endParaRPr kumimoji="0" lang="pt-PT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BA83CD3-74B4-9E43-ADE2-77872923C332}"/>
              </a:ext>
            </a:extLst>
          </p:cNvPr>
          <p:cNvSpPr/>
          <p:nvPr/>
        </p:nvSpPr>
        <p:spPr>
          <a:xfrm>
            <a:off x="191029" y="1600626"/>
            <a:ext cx="8895307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IDEA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 one sentence: </a:t>
            </a:r>
            <a:r>
              <a:rPr lang="en-US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the gamification of the student’s routine.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Customer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AD49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PROBLEM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lack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of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motivation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reducing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anxiety</a:t>
            </a:r>
            <a:endParaRPr kumimoji="0" lang="pt-PT" sz="1800" b="0" i="1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CUSTOMER/USER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students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in geral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who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are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willing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to play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the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game.</a:t>
            </a: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AD49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SOLUTION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Description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creation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of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 videogame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where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the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students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(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players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) are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rewarded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from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simple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experiences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(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going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to a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class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eating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at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the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bar, etc...)</a:t>
            </a: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C725C71-C1AB-724A-A24C-E3F0C3A87C7E}"/>
              </a:ext>
            </a:extLst>
          </p:cNvPr>
          <p:cNvSpPr/>
          <p:nvPr/>
        </p:nvSpPr>
        <p:spPr>
          <a:xfrm>
            <a:off x="144015" y="2233034"/>
            <a:ext cx="8892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76FBB89-01F2-0144-9498-0FDBA0B5BC1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398" y="4411197"/>
            <a:ext cx="7043802" cy="1508240"/>
          </a:xfrm>
          <a:prstGeom prst="rect">
            <a:avLst/>
          </a:prstGeom>
        </p:spPr>
      </p:pic>
      <p:pic>
        <p:nvPicPr>
          <p:cNvPr id="7" name="Imagem 13">
            <a:extLst>
              <a:ext uri="{FF2B5EF4-FFF2-40B4-BE49-F238E27FC236}">
                <a16:creationId xmlns:a16="http://schemas.microsoft.com/office/drawing/2014/main" id="{B83F94BD-FA48-914C-8488-CDBB0BA2C3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7503" r="1834"/>
          <a:stretch/>
        </p:blipFill>
        <p:spPr>
          <a:xfrm>
            <a:off x="6122503" y="4411197"/>
            <a:ext cx="2159907" cy="15082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77E3AB-5720-6849-AF0D-E1A5AED6C3EF}"/>
                  </a:ext>
                </a:extLst>
              </p14:cNvPr>
              <p14:cNvContentPartPr/>
              <p14:nvPr/>
            </p14:nvContentPartPr>
            <p14:xfrm>
              <a:off x="6359682" y="4851939"/>
              <a:ext cx="106560" cy="115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77E3AB-5720-6849-AF0D-E1A5AED6C3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42042" y="4833939"/>
                <a:ext cx="1422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1D01AF-6C7F-B749-B2B7-8DEA26C0246A}"/>
                  </a:ext>
                </a:extLst>
              </p14:cNvPr>
              <p14:cNvContentPartPr/>
              <p14:nvPr/>
            </p14:nvContentPartPr>
            <p14:xfrm>
              <a:off x="6914442" y="4855899"/>
              <a:ext cx="83520" cy="90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1D01AF-6C7F-B749-B2B7-8DEA26C024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96442" y="4837899"/>
                <a:ext cx="119160" cy="1256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6A04E42-81FC-1747-90BB-11D151320BA6}"/>
              </a:ext>
            </a:extLst>
          </p:cNvPr>
          <p:cNvSpPr txBox="1"/>
          <p:nvPr/>
        </p:nvSpPr>
        <p:spPr>
          <a:xfrm>
            <a:off x="6274943" y="474041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400" dirty="0"/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1A28A-1116-FC45-9D4C-03B67808DD1A}"/>
              </a:ext>
            </a:extLst>
          </p:cNvPr>
          <p:cNvSpPr txBox="1"/>
          <p:nvPr/>
        </p:nvSpPr>
        <p:spPr>
          <a:xfrm>
            <a:off x="6809981" y="47288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1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74D99B-3FCC-2741-9488-02274C53FD33}"/>
              </a:ext>
            </a:extLst>
          </p:cNvPr>
          <p:cNvSpPr txBox="1"/>
          <p:nvPr/>
        </p:nvSpPr>
        <p:spPr>
          <a:xfrm>
            <a:off x="3508513" y="4949624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8</a:t>
            </a:r>
          </a:p>
          <a:p>
            <a:r>
              <a:rPr lang="en-PT" dirty="0"/>
              <a:t>6</a:t>
            </a:r>
          </a:p>
          <a:p>
            <a:r>
              <a:rPr lang="en-PT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2A84B-E124-3B4A-B1D2-701A280D3E59}"/>
              </a:ext>
            </a:extLst>
          </p:cNvPr>
          <p:cNvSpPr txBox="1"/>
          <p:nvPr/>
        </p:nvSpPr>
        <p:spPr>
          <a:xfrm>
            <a:off x="4075043" y="49678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8</a:t>
            </a:r>
          </a:p>
          <a:p>
            <a:r>
              <a:rPr lang="en-PT" dirty="0"/>
              <a:t>7</a:t>
            </a:r>
          </a:p>
          <a:p>
            <a:r>
              <a:rPr lang="en-PT" dirty="0"/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3CA4F3-0FA1-F748-BF7F-8B80E10026FB}"/>
              </a:ext>
            </a:extLst>
          </p:cNvPr>
          <p:cNvSpPr txBox="1"/>
          <p:nvPr/>
        </p:nvSpPr>
        <p:spPr>
          <a:xfrm>
            <a:off x="4626924" y="49678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7</a:t>
            </a:r>
          </a:p>
          <a:p>
            <a:r>
              <a:rPr lang="en-PT" dirty="0"/>
              <a:t>8</a:t>
            </a:r>
          </a:p>
          <a:p>
            <a:r>
              <a:rPr lang="en-PT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8E68EE-D451-8F45-A1F6-65229182C2AF}"/>
              </a:ext>
            </a:extLst>
          </p:cNvPr>
          <p:cNvSpPr txBox="1"/>
          <p:nvPr/>
        </p:nvSpPr>
        <p:spPr>
          <a:xfrm>
            <a:off x="5713126" y="496957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7</a:t>
            </a:r>
          </a:p>
          <a:p>
            <a:r>
              <a:rPr lang="en-PT" dirty="0"/>
              <a:t>8</a:t>
            </a:r>
          </a:p>
          <a:p>
            <a:r>
              <a:rPr lang="en-PT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4F0402-8A79-E148-A8CE-277B5371B499}"/>
              </a:ext>
            </a:extLst>
          </p:cNvPr>
          <p:cNvSpPr txBox="1"/>
          <p:nvPr/>
        </p:nvSpPr>
        <p:spPr>
          <a:xfrm>
            <a:off x="6274943" y="49678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6</a:t>
            </a:r>
          </a:p>
          <a:p>
            <a:r>
              <a:rPr lang="en-PT" dirty="0"/>
              <a:t>6</a:t>
            </a:r>
          </a:p>
          <a:p>
            <a:r>
              <a:rPr lang="en-PT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2237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B500985-5249-D849-BD29-1F73D7579783}"/>
              </a:ext>
            </a:extLst>
          </p:cNvPr>
          <p:cNvSpPr/>
          <p:nvPr/>
        </p:nvSpPr>
        <p:spPr>
          <a:xfrm>
            <a:off x="144015" y="295213"/>
            <a:ext cx="9006651" cy="12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170" marR="60325" lvl="0" indent="0" algn="l" defTabSz="914400" rtl="0" eaLnBrk="1" fontAlgn="base" latinLnBrk="0" hangingPunct="1">
              <a:lnSpc>
                <a:spcPct val="101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PGI Idea Form (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roteirodosbares.io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  <a:endParaRPr kumimoji="0" lang="pt-PT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BA83CD3-74B4-9E43-ADE2-77872923C332}"/>
              </a:ext>
            </a:extLst>
          </p:cNvPr>
          <p:cNvSpPr/>
          <p:nvPr/>
        </p:nvSpPr>
        <p:spPr>
          <a:xfrm>
            <a:off x="191029" y="1600626"/>
            <a:ext cx="8895307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IDEA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 one sentence: </a:t>
            </a:r>
            <a:r>
              <a:rPr lang="en-US" sz="2000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optimize night life experience by creating a database with all the nightclubs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lvl="0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Customer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AD49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PROBLEM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discrepancy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lack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information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motors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(i.e. Google)</a:t>
            </a:r>
            <a:endParaRPr kumimoji="0" lang="pt-PT" sz="1800" b="0" i="1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CUSTOMER/USER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students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tourists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residents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over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18.</a:t>
            </a: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AD49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SOLUTION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Description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creation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of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an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app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with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a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database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where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every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and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each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bar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has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permissions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to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update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in real time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new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schedules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,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new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locations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and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to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list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the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prices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.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Possible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partnership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?</a:t>
            </a: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C725C71-C1AB-724A-A24C-E3F0C3A87C7E}"/>
              </a:ext>
            </a:extLst>
          </p:cNvPr>
          <p:cNvSpPr/>
          <p:nvPr/>
        </p:nvSpPr>
        <p:spPr>
          <a:xfrm>
            <a:off x="144015" y="2233034"/>
            <a:ext cx="8892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808797BC-C329-5546-A770-35E79520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9" y="5055525"/>
            <a:ext cx="8425741" cy="16732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A636B4-F91A-254B-83A9-18A949D84B62}"/>
              </a:ext>
            </a:extLst>
          </p:cNvPr>
          <p:cNvSpPr txBox="1"/>
          <p:nvPr/>
        </p:nvSpPr>
        <p:spPr>
          <a:xfrm>
            <a:off x="3747052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8</a:t>
            </a:r>
          </a:p>
          <a:p>
            <a:r>
              <a:rPr lang="en-PT" dirty="0"/>
              <a:t>5</a:t>
            </a:r>
          </a:p>
          <a:p>
            <a:r>
              <a:rPr lang="en-PT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40E78A-43C9-C646-B677-AC8DB1A1F326}"/>
              </a:ext>
            </a:extLst>
          </p:cNvPr>
          <p:cNvSpPr txBox="1"/>
          <p:nvPr/>
        </p:nvSpPr>
        <p:spPr>
          <a:xfrm>
            <a:off x="4333461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7</a:t>
            </a:r>
          </a:p>
          <a:p>
            <a:r>
              <a:rPr lang="en-PT" dirty="0"/>
              <a:t>5</a:t>
            </a:r>
          </a:p>
          <a:p>
            <a:r>
              <a:rPr lang="en-PT" dirty="0"/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69A708-C998-444D-BDB9-C3C5A235F753}"/>
              </a:ext>
            </a:extLst>
          </p:cNvPr>
          <p:cNvSpPr txBox="1"/>
          <p:nvPr/>
        </p:nvSpPr>
        <p:spPr>
          <a:xfrm>
            <a:off x="4860236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9</a:t>
            </a:r>
          </a:p>
          <a:p>
            <a:r>
              <a:rPr lang="en-PT" dirty="0"/>
              <a:t>8</a:t>
            </a:r>
          </a:p>
          <a:p>
            <a:r>
              <a:rPr lang="en-PT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9F2175-EDF0-EC41-91FA-A31C3D4134F6}"/>
              </a:ext>
            </a:extLst>
          </p:cNvPr>
          <p:cNvSpPr txBox="1"/>
          <p:nvPr/>
        </p:nvSpPr>
        <p:spPr>
          <a:xfrm>
            <a:off x="5876249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7</a:t>
            </a:r>
          </a:p>
          <a:p>
            <a:r>
              <a:rPr lang="en-PT" dirty="0"/>
              <a:t>5</a:t>
            </a:r>
          </a:p>
          <a:p>
            <a:r>
              <a:rPr lang="en-PT" dirty="0"/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9E1A81-29FC-0240-A9E0-CBC36F1C85B6}"/>
              </a:ext>
            </a:extLst>
          </p:cNvPr>
          <p:cNvSpPr txBox="1"/>
          <p:nvPr/>
        </p:nvSpPr>
        <p:spPr>
          <a:xfrm>
            <a:off x="6493565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8</a:t>
            </a:r>
          </a:p>
          <a:p>
            <a:r>
              <a:rPr lang="en-PT" dirty="0"/>
              <a:t>5</a:t>
            </a:r>
          </a:p>
          <a:p>
            <a:r>
              <a:rPr lang="en-PT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4940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B500985-5249-D849-BD29-1F73D7579783}"/>
              </a:ext>
            </a:extLst>
          </p:cNvPr>
          <p:cNvSpPr/>
          <p:nvPr/>
        </p:nvSpPr>
        <p:spPr>
          <a:xfrm>
            <a:off x="144015" y="299254"/>
            <a:ext cx="9006651" cy="1286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170" marR="60325" lvl="0" indent="0" algn="l" defTabSz="914400" rtl="0" eaLnBrk="1" fontAlgn="base" latinLnBrk="0" hangingPunct="1">
              <a:lnSpc>
                <a:spcPct val="101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PGI Idea Form (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salasdeestudo.io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)</a:t>
            </a:r>
            <a:endParaRPr kumimoji="0" lang="pt-PT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BA83CD3-74B4-9E43-ADE2-77872923C332}"/>
              </a:ext>
            </a:extLst>
          </p:cNvPr>
          <p:cNvSpPr/>
          <p:nvPr/>
        </p:nvSpPr>
        <p:spPr>
          <a:xfrm>
            <a:off x="191029" y="1600626"/>
            <a:ext cx="8895307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IDEA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in one sentence: </a:t>
            </a:r>
            <a:r>
              <a:rPr kumimoji="0" lang="en-US" sz="20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optimizing study life by offering information about where and when to study</a:t>
            </a:r>
            <a:endParaRPr kumimoji="0" lang="en-US" sz="180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lvl="0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Customer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AD49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PROBLEM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discrepancy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lack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information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search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PT" i="1" dirty="0" err="1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motors</a:t>
            </a:r>
            <a:r>
              <a:rPr lang="pt-PT" i="1" dirty="0">
                <a:solidFill>
                  <a:srgbClr val="231F2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(i.e. Google)</a:t>
            </a:r>
          </a:p>
          <a:p>
            <a:pPr lvl="0"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CUSTOMER/USER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students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in geral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AD49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SOLUTION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Description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creation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of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an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app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where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the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students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can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search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avaliable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places</a:t>
            </a:r>
            <a:r>
              <a:rPr kumimoji="0" lang="pt-PT" sz="18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to </a:t>
            </a:r>
            <a:r>
              <a:rPr kumimoji="0" lang="pt-P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study</a:t>
            </a: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C725C71-C1AB-724A-A24C-E3F0C3A87C7E}"/>
              </a:ext>
            </a:extLst>
          </p:cNvPr>
          <p:cNvSpPr/>
          <p:nvPr/>
        </p:nvSpPr>
        <p:spPr>
          <a:xfrm>
            <a:off x="144015" y="2233034"/>
            <a:ext cx="8892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D6389C2D-1230-474D-8DF7-CD4E3C958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9" y="5055525"/>
            <a:ext cx="8425741" cy="1673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531F18-B8AA-6B45-810C-A1F84EE6790D}"/>
              </a:ext>
            </a:extLst>
          </p:cNvPr>
          <p:cNvSpPr txBox="1"/>
          <p:nvPr/>
        </p:nvSpPr>
        <p:spPr>
          <a:xfrm>
            <a:off x="3747052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7</a:t>
            </a:r>
          </a:p>
          <a:p>
            <a:r>
              <a:rPr lang="en-PT" dirty="0"/>
              <a:t>5</a:t>
            </a:r>
          </a:p>
          <a:p>
            <a:r>
              <a:rPr lang="en-PT" dirty="0"/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61E3CA-EFE3-6940-BCA2-B6FC55D26ED7}"/>
              </a:ext>
            </a:extLst>
          </p:cNvPr>
          <p:cNvSpPr txBox="1"/>
          <p:nvPr/>
        </p:nvSpPr>
        <p:spPr>
          <a:xfrm>
            <a:off x="4333461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7</a:t>
            </a:r>
          </a:p>
          <a:p>
            <a:r>
              <a:rPr lang="en-PT" dirty="0"/>
              <a:t>5</a:t>
            </a:r>
          </a:p>
          <a:p>
            <a:r>
              <a:rPr lang="en-PT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3FB412-8326-0546-97A3-E5F115E2FB73}"/>
              </a:ext>
            </a:extLst>
          </p:cNvPr>
          <p:cNvSpPr txBox="1"/>
          <p:nvPr/>
        </p:nvSpPr>
        <p:spPr>
          <a:xfrm>
            <a:off x="4800599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8</a:t>
            </a:r>
          </a:p>
          <a:p>
            <a:r>
              <a:rPr lang="en-PT" dirty="0"/>
              <a:t>6</a:t>
            </a:r>
          </a:p>
          <a:p>
            <a:r>
              <a:rPr lang="en-PT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768D27-7773-834D-8C49-F3A95D315198}"/>
              </a:ext>
            </a:extLst>
          </p:cNvPr>
          <p:cNvSpPr txBox="1"/>
          <p:nvPr/>
        </p:nvSpPr>
        <p:spPr>
          <a:xfrm>
            <a:off x="5955761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8</a:t>
            </a:r>
          </a:p>
          <a:p>
            <a:r>
              <a:rPr lang="en-PT" dirty="0"/>
              <a:t>6</a:t>
            </a:r>
          </a:p>
          <a:p>
            <a:r>
              <a:rPr lang="en-PT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AF30C7-325B-AC4F-B6CD-1FF7D626F21C}"/>
              </a:ext>
            </a:extLst>
          </p:cNvPr>
          <p:cNvSpPr txBox="1"/>
          <p:nvPr/>
        </p:nvSpPr>
        <p:spPr>
          <a:xfrm>
            <a:off x="6474817" y="5660159"/>
            <a:ext cx="477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dirty="0"/>
              <a:t>7</a:t>
            </a:r>
          </a:p>
          <a:p>
            <a:r>
              <a:rPr lang="en-PT" dirty="0"/>
              <a:t>6</a:t>
            </a:r>
          </a:p>
          <a:p>
            <a:r>
              <a:rPr lang="en-PT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0417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CF76F-1D44-CF44-89E6-F45E108F2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39EF0-793B-7A4E-BD45-6EF270394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T" dirty="0"/>
              <a:t>1. Nuno Gomes - 2018295734</a:t>
            </a:r>
          </a:p>
          <a:p>
            <a:r>
              <a:rPr lang="en-PT" dirty="0"/>
              <a:t>2. Gonçalo Folhas - 2019214765</a:t>
            </a:r>
          </a:p>
          <a:p>
            <a:r>
              <a:rPr lang="en-PT" dirty="0"/>
              <a:t>3. Telmo Correia - 2019224775</a:t>
            </a:r>
          </a:p>
          <a:p>
            <a:r>
              <a:rPr lang="en-PT" dirty="0"/>
              <a:t>4. Luís Vieira - 2019217980</a:t>
            </a:r>
          </a:p>
          <a:p>
            <a:r>
              <a:rPr lang="en-PT" dirty="0"/>
              <a:t>5. Francisco Carreira - 2019222462</a:t>
            </a:r>
          </a:p>
          <a:p>
            <a:r>
              <a:rPr lang="en-PT" dirty="0"/>
              <a:t>6. Carlos Jordão - 2019221373</a:t>
            </a:r>
          </a:p>
          <a:p>
            <a:r>
              <a:rPr lang="en-PT" dirty="0"/>
              <a:t>7. João Freire - 2019195830</a:t>
            </a:r>
          </a:p>
        </p:txBody>
      </p:sp>
    </p:spTree>
    <p:extLst>
      <p:ext uri="{BB962C8B-B14F-4D97-AF65-F5344CB8AC3E}">
        <p14:creationId xmlns:p14="http://schemas.microsoft.com/office/powerpoint/2010/main" val="2805886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6912</TotalTime>
  <Words>326</Words>
  <Application>Microsoft Macintosh PowerPoint</Application>
  <PresentationFormat>On-screen Show (4:3)</PresentationFormat>
  <Paragraphs>82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Team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Bob Dorf</dc:creator>
  <cp:lastModifiedBy>Francisco Manuel Bandeira Carreira</cp:lastModifiedBy>
  <cp:revision>309</cp:revision>
  <cp:lastPrinted>2021-06-27T09:01:29Z</cp:lastPrinted>
  <dcterms:created xsi:type="dcterms:W3CDTF">2012-03-11T05:20:48Z</dcterms:created>
  <dcterms:modified xsi:type="dcterms:W3CDTF">2021-10-09T16:35:49Z</dcterms:modified>
</cp:coreProperties>
</file>